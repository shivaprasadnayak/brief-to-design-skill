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1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16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3749040"/>
            <a:ext cx="5852160" cy="5852160"/>
          </a:xfrm>
          <a:prstGeom prst="ellipse">
            <a:avLst/>
          </a:prstGeom>
          <a:solidFill>
            <a:srgbClr val="F2A93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869680" y="4754880"/>
            <a:ext cx="3840480" cy="3840480"/>
          </a:xfrm>
          <a:prstGeom prst="ellipse">
            <a:avLst/>
          </a:prstGeom>
          <a:solidFill>
            <a:srgbClr val="F2A93B">
              <a:alpha val="35000"/>
            </a:srgbClr>
          </a:solidFill>
          <a:ln/>
        </p:spPr>
      </p:sp>
      <p:pic>
        <p:nvPicPr>
          <p:cNvPr id="4" name="Image 0" descr="mark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777240"/>
            <a:ext cx="685800" cy="685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45920" y="8686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6EC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Saarthi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822960" y="2057400"/>
            <a:ext cx="8229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5800" b="1" dirty="0">
                <a:solidFill>
                  <a:srgbClr val="FFF6EC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You choose the road.</a:t>
            </a:r>
            <a:endParaRPr lang="en-US" sz="5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5800" b="1" dirty="0">
                <a:solidFill>
                  <a:srgbClr val="FFF6EC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We help you steer.</a:t>
            </a:r>
            <a:endParaRPr lang="en-US" sz="5800" dirty="0"/>
          </a:p>
        </p:txBody>
      </p:sp>
      <p:sp>
        <p:nvSpPr>
          <p:cNvPr id="7" name="Text 4"/>
          <p:cNvSpPr/>
          <p:nvPr/>
        </p:nvSpPr>
        <p:spPr>
          <a:xfrm>
            <a:off x="822960" y="45720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B8D6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Brand concept for an AI career-guidance app for Indian college students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2296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B8D6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Saarthi · brand concept (proposal)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045433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D6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2601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WHO WE'RE NAMING FOR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22132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The biggest choice, with the least guidance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5760720" cy="3749040"/>
          </a:xfrm>
          <a:prstGeom prst="roundRect">
            <a:avLst>
              <a:gd name="adj" fmla="val 4878"/>
            </a:avLst>
          </a:prstGeom>
          <a:solidFill>
            <a:srgbClr val="2B1640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2377440"/>
            <a:ext cx="5120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6EC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“Everyone has an opinion about my career. Nobody has time to actually think it through with me.”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88720" y="48463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2A93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Ananya, 20, final-year B.Com, Indore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88720" y="51663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B8D6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Persona model built for this concept, not research findings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949440" y="2011680"/>
            <a:ext cx="4434840" cy="10972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7269480" y="221284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5B2A86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Family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641080" y="2231136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5A7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expectations pull toward a few “safe” paths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949440" y="3291840"/>
            <a:ext cx="4434840" cy="10972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7269480" y="349300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5B2A86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Options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641080" y="3511296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5A7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hundreds of courses, roles and exams, no map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949440" y="4572000"/>
            <a:ext cx="4434840" cy="10972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7269480" y="477316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5B2A86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Access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641080" y="4791456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5A7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career counsellors are scarce outside big cities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A7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Saarthi · brand concept (proposal)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45433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5A7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2601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WHAT THE NAME MEANS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22132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A charioteer steers. The archer decides.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2057400"/>
            <a:ext cx="3337560" cy="3566160"/>
          </a:xfrm>
          <a:prstGeom prst="roundRect">
            <a:avLst>
              <a:gd name="adj" fmla="val 4932"/>
            </a:avLst>
          </a:prstGeom>
          <a:solidFill>
            <a:srgbClr val="2B1640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2331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93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ESTABLISHED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43000" y="2743200"/>
            <a:ext cx="2697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6E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Sanskrit sārathi = charioteer. In the Mahabharata, Krishna serves as Arjuna's charioteer and counsels him at his moment of doubt (Bhagavad Gita).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143000" y="498348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B8D6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Source: Wikipedia, “Sarathi (name of Krishna)”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434840" y="2057400"/>
            <a:ext cx="3337560" cy="3566160"/>
          </a:xfrm>
          <a:prstGeom prst="roundRect">
            <a:avLst>
              <a:gd name="adj" fmla="val 4932"/>
            </a:avLst>
          </a:prstGeom>
          <a:solidFill>
            <a:srgbClr val="FFFFFF"/>
          </a:solidFill>
          <a:ln w="9525">
            <a:solidFill>
              <a:srgbClr val="E4D9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2331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2A86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CONVENTION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0" y="2743200"/>
            <a:ext cx="2697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2132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In Indian brand naming, “Saarthi” commonly signals guidance and companionship. It is widely used by public services and NGOs.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754880" y="498348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5A7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Common usage, not a claim about any one brand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046720" y="2057400"/>
            <a:ext cx="3337560" cy="3566160"/>
          </a:xfrm>
          <a:prstGeom prst="roundRect">
            <a:avLst>
              <a:gd name="adj" fmla="val 4932"/>
            </a:avLst>
          </a:prstGeom>
          <a:solidFill>
            <a:srgbClr val="FFFFFF"/>
          </a:solidFill>
          <a:ln w="9525">
            <a:solidFill>
              <a:srgbClr val="E4D9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66760" y="2331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601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OUR INTERPRETATION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366760" y="2743200"/>
            <a:ext cx="2697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2132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Saarthi guides; the student holds the reins of the decision. Two paths (family and self) converge into one road the student chooses.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366760" y="498348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5A7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Creative reading for this concept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2296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A7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Saarthi · brand concept (proposal)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45433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5A7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2601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THREE DIRECTIONS WE EXPLORED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22132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Dawn Road wins: hopeful, warm, and not religious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2103120"/>
            <a:ext cx="3337560" cy="3520440"/>
          </a:xfrm>
          <a:prstGeom prst="roundRect">
            <a:avLst>
              <a:gd name="adj" fmla="val 4932"/>
            </a:avLst>
          </a:prstGeom>
          <a:solidFill>
            <a:srgbClr val="FFFFFF"/>
          </a:solidFill>
          <a:ln w="9525">
            <a:solidFill>
              <a:srgbClr val="5B2A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3000" y="2423160"/>
            <a:ext cx="685800" cy="685800"/>
          </a:xfrm>
          <a:prstGeom prst="rect">
            <a:avLst/>
          </a:prstGeom>
          <a:solidFill>
            <a:srgbClr val="2B1640"/>
          </a:solidFill>
          <a:ln w="6350">
            <a:solidFill>
              <a:srgbClr val="E4D9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2423160"/>
            <a:ext cx="685800" cy="685800"/>
          </a:xfrm>
          <a:prstGeom prst="rect">
            <a:avLst/>
          </a:prstGeom>
          <a:solidFill>
            <a:srgbClr val="5B2A86"/>
          </a:solidFill>
          <a:ln w="6350">
            <a:solidFill>
              <a:srgbClr val="E4D9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14600" y="2423160"/>
            <a:ext cx="685800" cy="685800"/>
          </a:xfrm>
          <a:prstGeom prst="rect">
            <a:avLst/>
          </a:prstGeom>
          <a:solidFill>
            <a:srgbClr val="F2A93B"/>
          </a:solidFill>
          <a:ln w="6350">
            <a:solidFill>
              <a:srgbClr val="E4D9E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0" y="2423160"/>
            <a:ext cx="685800" cy="685800"/>
          </a:xfrm>
          <a:prstGeom prst="rect">
            <a:avLst/>
          </a:prstGeom>
          <a:solidFill>
            <a:srgbClr val="F7F2F7"/>
          </a:solidFill>
          <a:ln w="6350">
            <a:solidFill>
              <a:srgbClr val="E4D9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33375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2132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Dawn Road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143000" y="3794760"/>
            <a:ext cx="2697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5A7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Plum night to marigold dawn. The reins mark. Warm, hopeful, student-friendly.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43000" y="5074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601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CHOSEN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434840" y="2103120"/>
            <a:ext cx="3337560" cy="3520440"/>
          </a:xfrm>
          <a:prstGeom prst="roundRect">
            <a:avLst>
              <a:gd name="adj" fmla="val 4932"/>
            </a:avLst>
          </a:prstGeom>
          <a:solidFill>
            <a:srgbClr val="FFFFFF"/>
          </a:solidFill>
          <a:ln w="9525">
            <a:solidFill>
              <a:srgbClr val="E4D9E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0" y="2423160"/>
            <a:ext cx="685800" cy="685800"/>
          </a:xfrm>
          <a:prstGeom prst="rect">
            <a:avLst/>
          </a:prstGeom>
          <a:solidFill>
            <a:srgbClr val="0F3D3E"/>
          </a:solidFill>
          <a:ln w="6350">
            <a:solidFill>
              <a:srgbClr val="E4D9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40680" y="2423160"/>
            <a:ext cx="685800" cy="685800"/>
          </a:xfrm>
          <a:prstGeom prst="rect">
            <a:avLst/>
          </a:prstGeom>
          <a:solidFill>
            <a:srgbClr val="2E7D7A"/>
          </a:solidFill>
          <a:ln w="6350">
            <a:solidFill>
              <a:srgbClr val="E4D9E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26480" y="2423160"/>
            <a:ext cx="685800" cy="685800"/>
          </a:xfrm>
          <a:prstGeom prst="rect">
            <a:avLst/>
          </a:prstGeom>
          <a:solidFill>
            <a:srgbClr val="E9D8A6"/>
          </a:solidFill>
          <a:ln w="6350">
            <a:solidFill>
              <a:srgbClr val="E4D9E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12280" y="2423160"/>
            <a:ext cx="685800" cy="685800"/>
          </a:xfrm>
          <a:prstGeom prst="rect">
            <a:avLst/>
          </a:prstGeom>
          <a:solidFill>
            <a:srgbClr val="F4F6F3"/>
          </a:solidFill>
          <a:ln w="6350">
            <a:solidFill>
              <a:srgbClr val="E4D9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33375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2132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Steady Hand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754880" y="3794760"/>
            <a:ext cx="2697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5A7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Teal ink and sand. A calm counsellor. Trustworthy, but reads like a bank.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754880" y="5074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5A7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TOO INSTITUTIONAL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046720" y="2103120"/>
            <a:ext cx="3337560" cy="3520440"/>
          </a:xfrm>
          <a:prstGeom prst="roundRect">
            <a:avLst>
              <a:gd name="adj" fmla="val 4932"/>
            </a:avLst>
          </a:prstGeom>
          <a:solidFill>
            <a:srgbClr val="FFFFFF"/>
          </a:solidFill>
          <a:ln w="9525">
            <a:solidFill>
              <a:srgbClr val="E4D9E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366760" y="2423160"/>
            <a:ext cx="685800" cy="685800"/>
          </a:xfrm>
          <a:prstGeom prst="rect">
            <a:avLst/>
          </a:prstGeom>
          <a:solidFill>
            <a:srgbClr val="111111"/>
          </a:solidFill>
          <a:ln w="6350">
            <a:solidFill>
              <a:srgbClr val="E4D9E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052560" y="2423160"/>
            <a:ext cx="685800" cy="685800"/>
          </a:xfrm>
          <a:prstGeom prst="rect">
            <a:avLst/>
          </a:prstGeom>
          <a:solidFill>
            <a:srgbClr val="8C6A1E"/>
          </a:solidFill>
          <a:ln w="6350">
            <a:solidFill>
              <a:srgbClr val="E4D9E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738360" y="2423160"/>
            <a:ext cx="685800" cy="685800"/>
          </a:xfrm>
          <a:prstGeom prst="rect">
            <a:avLst/>
          </a:prstGeom>
          <a:solidFill>
            <a:srgbClr val="D8B04C"/>
          </a:solidFill>
          <a:ln w="6350">
            <a:solidFill>
              <a:srgbClr val="E4D9E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424160" y="2423160"/>
            <a:ext cx="685800" cy="685800"/>
          </a:xfrm>
          <a:prstGeom prst="rect">
            <a:avLst/>
          </a:prstGeom>
          <a:solidFill>
            <a:srgbClr val="F5F1E8"/>
          </a:solidFill>
          <a:ln w="6350">
            <a:solidFill>
              <a:srgbClr val="E4D9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66760" y="33375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2132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Epic Gold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8366760" y="3794760"/>
            <a:ext cx="2697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5A7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Black and temple gold, chariot-wheel motif. Powerful, but leans devotional.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366760" y="5074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5A7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RELIGIOUS OVERREACH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2296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A7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Saarthi · brand concept (proposal)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045433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5A7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2601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IDENTITY · DESIGN HANDOFF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22132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Mark, colour and type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3566160" cy="3749040"/>
          </a:xfrm>
          <a:prstGeom prst="roundRect">
            <a:avLst>
              <a:gd name="adj" fmla="val 4615"/>
            </a:avLst>
          </a:prstGeom>
          <a:solidFill>
            <a:srgbClr val="2B1640"/>
          </a:solidFill>
          <a:ln/>
        </p:spPr>
      </p:sp>
      <p:pic>
        <p:nvPicPr>
          <p:cNvPr id="5" name="Image 0" descr="mark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3080" y="2331720"/>
            <a:ext cx="1645920" cy="1645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42519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B8D6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Two reins converge into one road; the dot is the goal ahead.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97280" y="52120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2A93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CONCEPT MARK, NOT A REGISTERED ASSET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754880" y="205740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2B1640"/>
          </a:solidFill>
          <a:ln w="6350">
            <a:solidFill>
              <a:srgbClr val="E4D9E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40680" y="20756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2132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night-plum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812280" y="209397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5A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#2B1640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440680" y="23500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5A7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dark slides, app chrome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754880" y="278892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5B2A86"/>
          </a:solidFill>
          <a:ln w="6350">
            <a:solidFill>
              <a:srgbClr val="E4D9E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40680" y="28072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2132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guide-violet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812280" y="282549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5A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#5B2A86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440680" y="3081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5A7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headings, links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754880" y="352044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F2A93B"/>
          </a:solidFill>
          <a:ln w="6350">
            <a:solidFill>
              <a:srgbClr val="E4D9E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440680" y="35387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2132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marigold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812280" y="355701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5A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#F2A93B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440680" y="3813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5A7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the goal: one highlight on dark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54880" y="425196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C2601E"/>
          </a:solidFill>
          <a:ln w="6350">
            <a:solidFill>
              <a:srgbClr val="E4D9E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440680" y="4270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2132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dawn-ink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812280" y="428853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5A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#C2601E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440680" y="45445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5A7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accents on light (4.6:1)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754880" y="498348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F7F2F7"/>
          </a:solidFill>
          <a:ln w="6350">
            <a:solidFill>
              <a:srgbClr val="E4D9E6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440680" y="50017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2132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dawn-mist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6812280" y="502005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5A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#F7F2F7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5440680" y="5276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5A7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light backgrounds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8503920" y="192024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b="1" dirty="0">
                <a:solidFill>
                  <a:srgbClr val="5B2A86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Aa</a:t>
            </a:r>
            <a:endParaRPr lang="en-US" sz="6400" dirty="0"/>
          </a:p>
        </p:txBody>
      </p:sp>
      <p:sp>
        <p:nvSpPr>
          <p:cNvPr id="29" name="Text 26"/>
          <p:cNvSpPr/>
          <p:nvPr/>
        </p:nvSpPr>
        <p:spPr>
          <a:xfrm>
            <a:off x="9921240" y="22402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5A7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Candara Bold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5A7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display, headings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8503920" y="310896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dirty="0">
                <a:solidFill>
                  <a:srgbClr val="22132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Aa</a:t>
            </a:r>
            <a:endParaRPr lang="en-US" sz="6400" dirty="0"/>
          </a:p>
        </p:txBody>
      </p:sp>
      <p:sp>
        <p:nvSpPr>
          <p:cNvPr id="31" name="Text 28"/>
          <p:cNvSpPr/>
          <p:nvPr/>
        </p:nvSpPr>
        <p:spPr>
          <a:xfrm>
            <a:off x="9921240" y="34290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5A7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Corbel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5A7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body, UI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8503920" y="448056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5A7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Both ship with Microsoft Office on Mac and Windows. Web: Nunito Sans / Source Sans 3.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82296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A7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Saarthi · brand concept (proposal)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1045433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5A7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B16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2A93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IN USE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FFF6EC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Three roads that fit you, not ten that don't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188720" y="1828800"/>
            <a:ext cx="2651760" cy="4343400"/>
          </a:xfrm>
          <a:prstGeom prst="roundRect">
            <a:avLst>
              <a:gd name="adj" fmla="val 12069"/>
            </a:avLst>
          </a:prstGeom>
          <a:solidFill>
            <a:srgbClr val="120A1C"/>
          </a:solidFill>
          <a:ln w="12700">
            <a:solidFill>
              <a:srgbClr val="4A34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25880" y="1965960"/>
            <a:ext cx="2377440" cy="4069080"/>
          </a:xfrm>
          <a:prstGeom prst="roundRect">
            <a:avLst>
              <a:gd name="adj" fmla="val 9615"/>
            </a:avLst>
          </a:prstGeom>
          <a:solidFill>
            <a:srgbClr val="F7F2F7"/>
          </a:solidFill>
          <a:ln/>
        </p:spPr>
      </p:sp>
      <p:pic>
        <p:nvPicPr>
          <p:cNvPr id="6" name="Image 0" descr="mark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760" y="210312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25146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2132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Your roads, Ananya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1463040" y="2926080"/>
            <a:ext cx="2103120" cy="731520"/>
          </a:xfrm>
          <a:prstGeom prst="roundRect">
            <a:avLst>
              <a:gd name="adj" fmla="val 12500"/>
            </a:avLst>
          </a:prstGeom>
          <a:solidFill>
            <a:srgbClr val="2B1640"/>
          </a:solidFill>
          <a:ln w="6350">
            <a:solidFill>
              <a:srgbClr val="E4D9E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600200" y="3017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6E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Product analyst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600200" y="33101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B8D6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Fits: numbers + people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2971800" y="312724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2A93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92%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1463040" y="3767328"/>
            <a:ext cx="210312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E4D9E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600200" y="38587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2132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CA articleship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600200" y="415137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5A7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Fits: family plan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2971800" y="3968496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2A86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78%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1463040" y="4608576"/>
            <a:ext cx="210312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E4D9E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600200" y="47000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2132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UX research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600200" y="499262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5A7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Fits: curiosity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2971800" y="4809744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2A86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74%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463040" y="5486400"/>
            <a:ext cx="2103120" cy="365760"/>
          </a:xfrm>
          <a:prstGeom prst="rect">
            <a:avLst/>
          </a:prstGeom>
          <a:solidFill>
            <a:srgbClr val="F2A9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164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Talk it through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663440" y="1965960"/>
            <a:ext cx="3566160" cy="3566160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22" name="Text 19"/>
          <p:cNvSpPr/>
          <p:nvPr/>
        </p:nvSpPr>
        <p:spPr>
          <a:xfrm>
            <a:off x="4983480" y="2286000"/>
            <a:ext cx="3017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B1640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Your family has a plan.</a:t>
            </a:r>
            <a:endParaRPr lang="en-US" sz="2100" dirty="0"/>
          </a:p>
          <a:p>
            <a:pPr indent="0" marL="0">
              <a:buNone/>
            </a:pPr>
            <a:r>
              <a:rPr lang="en-US" sz="2100" b="1" dirty="0">
                <a:solidFill>
                  <a:srgbClr val="2B1640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You have a plan.</a:t>
            </a:r>
            <a:endParaRPr lang="en-US" sz="2100" dirty="0"/>
          </a:p>
          <a:p>
            <a:pPr indent="0" marL="0">
              <a:buNone/>
            </a:pPr>
            <a:r>
              <a:rPr lang="en-US" sz="2100" b="1" dirty="0">
                <a:solidFill>
                  <a:srgbClr val="2B1640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Let's find the road</a:t>
            </a:r>
            <a:endParaRPr lang="en-US" sz="2100" dirty="0"/>
          </a:p>
          <a:p>
            <a:pPr indent="0" marL="0">
              <a:buNone/>
            </a:pPr>
            <a:r>
              <a:rPr lang="en-US" sz="2100" b="1" dirty="0">
                <a:solidFill>
                  <a:srgbClr val="2B1640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where they meet.</a:t>
            </a:r>
            <a:endParaRPr lang="en-US" sz="2100" dirty="0"/>
          </a:p>
        </p:txBody>
      </p:sp>
      <p:pic>
        <p:nvPicPr>
          <p:cNvPr id="23" name="Image 1" descr="mark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4800600"/>
            <a:ext cx="457200" cy="45720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5532120" y="490118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B164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@saarthi.app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4663440" y="56692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B8D6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Instagram post</a:t>
            </a:r>
            <a:endParaRPr lang="en-US" sz="1100" dirty="0"/>
          </a:p>
        </p:txBody>
      </p:sp>
      <p:pic>
        <p:nvPicPr>
          <p:cNvPr id="26" name="Image 2" descr="mark-appic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1965960"/>
            <a:ext cx="1371600" cy="137160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8869680" y="3474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B8D6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App icon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8869680" y="4023360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6E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One voice: a calm senior who has seen many roads. It suggests and asks; it never decides for the student.</a:t>
            </a:r>
            <a:endParaRPr lang="en-US" sz="1400" dirty="0"/>
          </a:p>
        </p:txBody>
      </p:sp>
      <p:sp>
        <p:nvSpPr>
          <p:cNvPr id="29" name="Text 24"/>
          <p:cNvSpPr/>
          <p:nvPr/>
        </p:nvSpPr>
        <p:spPr>
          <a:xfrm>
            <a:off x="82296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B8D6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Saarthi · brand concept (proposal) · match scores in mock-up are illustrative</a:t>
            </a:r>
            <a:endParaRPr lang="en-US" sz="1000" dirty="0"/>
          </a:p>
        </p:txBody>
      </p:sp>
      <p:sp>
        <p:nvSpPr>
          <p:cNvPr id="30" name="Text 25"/>
          <p:cNvSpPr/>
          <p:nvPr/>
        </p:nvSpPr>
        <p:spPr>
          <a:xfrm>
            <a:off x="1045433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D6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2601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BEFORE WE COMMIT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22132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Two risks to clear, four steps to launch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5212080" cy="1600200"/>
          </a:xfrm>
          <a:prstGeom prst="roundRect">
            <a:avLst>
              <a:gd name="adj" fmla="val 10286"/>
            </a:avLst>
          </a:prstGeom>
          <a:solidFill>
            <a:srgbClr val="FFFFFF"/>
          </a:solidFill>
          <a:ln w="9525">
            <a:solidFill>
              <a:srgbClr val="E4D9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3000" y="2240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C2601E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Devotional connotation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43000" y="2670048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5A7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The name is tied to Krishna in the Gita. Avoid deity, chariot or temple imagery; keep the metaphor abstract (reins, road, dawn).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3840480"/>
            <a:ext cx="5212080" cy="1600200"/>
          </a:xfrm>
          <a:prstGeom prst="roundRect">
            <a:avLst>
              <a:gd name="adj" fmla="val 10286"/>
            </a:avLst>
          </a:prstGeom>
          <a:solidFill>
            <a:srgbClr val="FFFFFF"/>
          </a:solidFill>
          <a:ln w="9525">
            <a:solidFill>
              <a:srgbClr val="E4D9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4069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C2601E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Name crowding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143000" y="4498848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5A7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“Sarathi/Saarthi” is already used by public-service portals and many apps. Search and trademark clearance not yet checked.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0" y="2011680"/>
            <a:ext cx="4983480" cy="3429000"/>
          </a:xfrm>
          <a:prstGeom prst="roundRect">
            <a:avLst>
              <a:gd name="adj" fmla="val 4800"/>
            </a:avLst>
          </a:prstGeom>
          <a:solidFill>
            <a:srgbClr val="2B1640"/>
          </a:solidFill>
          <a:ln/>
        </p:spPr>
      </p:sp>
      <p:sp>
        <p:nvSpPr>
          <p:cNvPr id="11" name="Text 9"/>
          <p:cNvSpPr/>
          <p:nvPr/>
        </p:nvSpPr>
        <p:spPr>
          <a:xfrm>
            <a:off x="6766560" y="2286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93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NEXT STEPS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766560" y="2788920"/>
            <a:ext cx="347472" cy="347472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3" name="Text 11"/>
          <p:cNvSpPr/>
          <p:nvPr/>
        </p:nvSpPr>
        <p:spPr>
          <a:xfrm>
            <a:off x="6766560" y="27889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164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269480" y="281635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6E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Trademark search, IP India classes 9, 41 and 42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766560" y="3410712"/>
            <a:ext cx="347472" cy="347472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6" name="Text 14"/>
          <p:cNvSpPr/>
          <p:nvPr/>
        </p:nvSpPr>
        <p:spPr>
          <a:xfrm>
            <a:off x="6766560" y="34107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164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269480" y="3438144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6E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Domain and handle check: saarthi.app, @saarthi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766560" y="4032504"/>
            <a:ext cx="347472" cy="347472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9" name="Text 17"/>
          <p:cNvSpPr/>
          <p:nvPr/>
        </p:nvSpPr>
        <p:spPr>
          <a:xfrm>
            <a:off x="6766560" y="40325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164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269480" y="405993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6E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Test name and mark with 10 final-year students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766560" y="4654296"/>
            <a:ext cx="347472" cy="347472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2" name="Text 20"/>
          <p:cNvSpPr/>
          <p:nvPr/>
        </p:nvSpPr>
        <p:spPr>
          <a:xfrm>
            <a:off x="6766560" y="46542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164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269480" y="468172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6E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Refine the mark with a type designer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2296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A7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Saarthi · brand concept (proposal)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45433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5A7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nda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orbe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Saarthi — brand concept</dc:title>
  <dc:subject>PptxGenJS Presentation</dc:subject>
  <dc:creator>PptxGenJS</dc:creator>
  <cp:lastModifiedBy>PptxGenJS</cp:lastModifiedBy>
  <cp:revision>1</cp:revision>
  <dcterms:created xsi:type="dcterms:W3CDTF">2026-10-09T05:33:10Z</dcterms:created>
  <dcterms:modified xsi:type="dcterms:W3CDTF">2026-10-09T05:33:10Z</dcterms:modified>
</cp:coreProperties>
</file>